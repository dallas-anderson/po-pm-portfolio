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CONCEPT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PM AGENT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management agent that shows its work.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 →  VALIDATE  →  PROTOTYPE  →  GTM  →  PITCH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Grounded. Flagged. Never quietly overconfident.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sound confident.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exactly 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98064"/>
            <a:ext cx="292608" cy="2926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 and market numbers arrive fully-formed — no way to tell what's sourced from what's a guess.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implied by tone, never actually measured against anything.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solidFill>
            <a:srgbClr val="C15B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6634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it matters — in front of leadership — nobody remembers which numbers were solid.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TYPICAL AI ANSWER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4F3F0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188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market is worth roughly $8M and growing fast.”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LEDGER'S ANSWER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65176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1F262D"/>
          </a:solidFill>
          <a:ln w="12700">
            <a:solidFill>
              <a:srgbClr val="32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788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market is worth roughly $8M and growing fast.”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33101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3A2E1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3101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3310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30%   ·   risk 65%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767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assumption — needs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Five stages.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the whole way.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91640" y="3680460"/>
            <a:ext cx="8805672" cy="0"/>
          </a:xfrm>
          <a:prstGeom prst="line">
            <a:avLst/>
          </a:prstGeom>
          <a:noFill/>
          <a:ln w="25400">
            <a:solidFill>
              <a:srgbClr val="E4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291840"/>
            <a:ext cx="777240" cy="777240"/>
          </a:xfrm>
          <a:prstGeom prst="ellipse">
            <a:avLst/>
          </a:prstGeom>
          <a:solidFill>
            <a:srgbClr val="4FA98C"/>
          </a:solidFill>
          <a:ln w="25400">
            <a:solidFill>
              <a:srgbClr val="4FA9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233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3291840"/>
            <a:ext cx="777240" cy="777240"/>
          </a:xfrm>
          <a:prstGeom prst="ellipse">
            <a:avLst/>
          </a:prstGeom>
          <a:solidFill>
            <a:srgbClr val="4FA98C"/>
          </a:solidFill>
          <a:ln w="25400">
            <a:solidFill>
              <a:srgbClr val="4F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15768" y="4233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05856" y="3291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11496" y="4233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3291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15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07224" y="4233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97312" y="3291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9731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2952" y="4233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lead agent carries the whole arc — idea intake through leadership-ready pitch — while a live Evidence Ledger logs every claim it makes along the way.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stamped before it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reaches you.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·  confidence %  ·  risk %  ·  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automatically, every turn — nothing quietly slips through unflagged.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00584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F262D"/>
          </a:solidFill>
          <a:ln w="12700">
            <a:solidFill>
              <a:srgbClr val="323A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1704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plans must spend ≥85% of revenue on covered services.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190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4181C"/>
          </a:solidFill>
          <a:ln w="12700">
            <a:solidFill>
              <a:srgbClr val="4F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190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80960" y="1719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95%   ·   risk 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176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42 CFR §422.2410, cited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83464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F262D"/>
          </a:solidFill>
          <a:ln w="12700">
            <a:solidFill>
              <a:srgbClr val="323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999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cushion likely lands in the $3–$8M range for a plan this size.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5478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4181C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47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8096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30%   ·   risk 65%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4005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pattern estimate, unverified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466344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F262D"/>
          </a:solidFill>
          <a:ln w="12700">
            <a:solidFill>
              <a:srgbClr val="323A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828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mode withholds a number rather than guess at 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4181C"/>
          </a:solidFill>
          <a:ln w="12700">
            <a:solidFill>
              <a:srgbClr val="4FA9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53766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80960" y="5376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100%   ·   risk 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5833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user-confirmed design choice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BOTH SPEEDS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 fast. Or defend it to leadership.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agent, different bar.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AFAF8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803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ideation — momentum over precision.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estimates allowed, always flagged.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prototyping and early-stage validation.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AFAF8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8803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A9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880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BOARD-READY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Leadership-defensible rigor — no guessing.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Withholds a number rather than estimate one.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exactly what real data is needed instead.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 IN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4F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 reasoned through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 a single working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1060704"/>
            <a:ext cx="109728" cy="109728"/>
          </a:xfrm>
          <a:prstGeom prst="ellipse">
            <a:avLst/>
          </a:prstGeom>
          <a:solidFill>
            <a:srgbClr val="4FA98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9326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Advantage medical loss ratio (85% floor)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719072"/>
            <a:ext cx="109728" cy="109728"/>
          </a:xfrm>
          <a:prstGeom prst="ellipse">
            <a:avLst/>
          </a:prstGeom>
          <a:solidFill>
            <a:srgbClr val="4FA98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5910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SSBCI supplemental-benefit eligibility rules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2377440"/>
            <a:ext cx="109728" cy="109728"/>
          </a:xfrm>
          <a:prstGeom prst="ellipse">
            <a:avLst/>
          </a:prstGeom>
          <a:solidFill>
            <a:srgbClr val="4FA98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2494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DOI statutory capital &amp; RBC requirements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3035808"/>
            <a:ext cx="109728" cy="109728"/>
          </a:xfrm>
          <a:prstGeom prst="ellipse">
            <a:avLst/>
          </a:prstGeom>
          <a:solidFill>
            <a:srgbClr val="4FA98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9077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Medigap disclosure &amp; rate-filing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— reasoning you can audit.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demonstration built to showcase PM Agent capability. Not a commercial product.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2026-08-04T22:03:50Z</dcterms:created>
  <dcterms:modified xsi:type="dcterms:W3CDTF">2026-08-04T22:03:50Z</dcterms:modified>
</cp:coreProperties>
</file>